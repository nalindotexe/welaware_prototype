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71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8d470ac69c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8d470ac69c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8d470ac69c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8d470ac69c_0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8d470ac69c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8d470ac69c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8d470ac69c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8d470ac69c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8d470ac69c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8d470ac69c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1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2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4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" name="Google Shape;5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" name="Google Shape;7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geometr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70000"/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ctrTitle"/>
          </p:nvPr>
        </p:nvSpPr>
        <p:spPr>
          <a:xfrm>
            <a:off x="104603" y="2766656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30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WelAware</a:t>
            </a:r>
            <a:endParaRPr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"/>
          </p:nvPr>
        </p:nvSpPr>
        <p:spPr>
          <a:xfrm>
            <a:off x="104603" y="2550206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Nalin, Tanish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Renuka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Present: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 (Why it Matters?)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Google Shape;92;p1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People use Hundreds, even thousands of products daily- food, cosmetics, skincare- but most don’t </a:t>
            </a:r>
            <a:r>
              <a:rPr lang="en-GB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what’s inside them.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Products may contain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Allergens (nuts, gluten, dairy)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Skin Irritants (parabens, sulphates)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Harmful chemicals or additives.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Reading the ingredients is confusing and inconsistent.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Leading people to make uninformed choices.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 descr="Allergic Reactions: Main Cause in Skin Care Products • Best Of ...">
            <a:extLst>
              <a:ext uri="{FF2B5EF4-FFF2-40B4-BE49-F238E27FC236}">
                <a16:creationId xmlns:a16="http://schemas.microsoft.com/office/drawing/2014/main" id="{B84577F3-439E-3D4B-9B25-6D78E2F17A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4815" y="1771650"/>
            <a:ext cx="2857500" cy="16002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WelAware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?  (What it does)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Google Shape;98;p15"/>
          <p:cNvSpPr txBox="1">
            <a:spLocks noGrp="1"/>
          </p:cNvSpPr>
          <p:nvPr>
            <p:ph type="body" idx="1"/>
          </p:nvPr>
        </p:nvSpPr>
        <p:spPr>
          <a:xfrm>
            <a:off x="311700" y="177614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single stop solution for all your Food and Cosmetics ingredients related doubts.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lets the user to scan or type ingredients from any product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Instantly flags unsafe or allergenic ingredients.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simple explanations of what each chemical does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natural and safe alternatives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the data regarding the user’s personal preferences for future uses.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82BA60-6367-C83A-BBEC-714C44B081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8591" y="0"/>
            <a:ext cx="2115409" cy="1776145"/>
          </a:xfrm>
          <a:prstGeom prst="ellipse">
            <a:avLst/>
          </a:prstGeom>
          <a:ln w="190500" cap="rnd">
            <a:noFill/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works? (The solution)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Google Shape;104;p1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sets allergy or sensitivity preferences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user does not know about their allergies, they should go to a doctor and get themselves checked for common allergens and irritants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inputs or scans ingredients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 compares ingredients with a curated safety database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results with safety colour codes with explanations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Google Shape;110;p17"/>
          <p:cNvSpPr txBox="1">
            <a:spLocks noGrp="1"/>
          </p:cNvSpPr>
          <p:nvPr>
            <p:ph type="body" idx="1"/>
          </p:nvPr>
        </p:nvSpPr>
        <p:spPr>
          <a:xfrm>
            <a:off x="311700" y="1518987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Freemium Model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40000" lvl="0" indent="-1057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 for basic/common ingredient check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40000" lvl="0" indent="-1057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 subscription for detailed insights, product suggestions and unlimited scans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2873" lvl="0" indent="0" algn="l" rtl="0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  Affiliate Partnerships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40000" lvl="0" indent="-1057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Partner with safe cosmetics &amp; food brands or Referral links for online shopping platforms for safe alternatives.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2873" lvl="0" indent="0" algn="l" rtl="0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  Ads/ Brand Collaborations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40000" lvl="0" indent="-1057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Ethical, health- focused ads inside app (for later phase)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Revenue growth increasing graph. High interest rate. Vector stock  illustration 29920687 Vector Art at Vecteezy">
            <a:extLst>
              <a:ext uri="{FF2B5EF4-FFF2-40B4-BE49-F238E27FC236}">
                <a16:creationId xmlns:a16="http://schemas.microsoft.com/office/drawing/2014/main" id="{6275D55C-707A-F247-1E74-0752CCF2FD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28" t="12074" r="9242" b="12489"/>
          <a:stretch>
            <a:fillRect/>
          </a:stretch>
        </p:blipFill>
        <p:spPr bwMode="auto">
          <a:xfrm>
            <a:off x="6636124" y="0"/>
            <a:ext cx="2507876" cy="2254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33FA7-F3DF-0941-09EC-07F5F3128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6D9BCE-3E1E-DCA2-AB13-04DBA602F0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Languages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Frontend- HTML, CSS, JavaScript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Backend- Python +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Database- JSON/SQLite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Scanning- JavaScript OCR API</a:t>
            </a:r>
          </a:p>
          <a:p>
            <a:pPr lvl="1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6" name="Picture 4" descr="Types of Programming Languages: Machine, Functional, OOP &amp; More | Built In">
            <a:extLst>
              <a:ext uri="{FF2B5EF4-FFF2-40B4-BE49-F238E27FC236}">
                <a16:creationId xmlns:a16="http://schemas.microsoft.com/office/drawing/2014/main" id="{68617A4D-1B7C-9D75-ADA6-6C3386875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3052" y="0"/>
            <a:ext cx="2870947" cy="1519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Html logo PSD, High Quality Free PSD Templates for Download | Freepik">
            <a:extLst>
              <a:ext uri="{FF2B5EF4-FFF2-40B4-BE49-F238E27FC236}">
                <a16:creationId xmlns:a16="http://schemas.microsoft.com/office/drawing/2014/main" id="{6236D107-21F0-6E7A-3083-9CFED3CC2C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9576" y="0"/>
            <a:ext cx="1526242" cy="1526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>
            <a:extLst>
              <a:ext uri="{FF2B5EF4-FFF2-40B4-BE49-F238E27FC236}">
                <a16:creationId xmlns:a16="http://schemas.microsoft.com/office/drawing/2014/main" id="{649A074A-96A9-F09D-17D3-5C864094A1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8525" y="1593196"/>
            <a:ext cx="1389854" cy="1526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12" descr="JSON Logo PNG Vector (SVG) Free Download">
            <a:extLst>
              <a:ext uri="{FF2B5EF4-FFF2-40B4-BE49-F238E27FC236}">
                <a16:creationId xmlns:a16="http://schemas.microsoft.com/office/drawing/2014/main" id="{2DE1ACF4-19C7-04C6-CD04-F29FA6E5186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14" descr="JSON Logo PNG Vector (SVG) Free Download">
            <a:extLst>
              <a:ext uri="{FF2B5EF4-FFF2-40B4-BE49-F238E27FC236}">
                <a16:creationId xmlns:a16="http://schemas.microsoft.com/office/drawing/2014/main" id="{1E86F28C-83CF-9AD8-AE4E-1E0215E15E3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4702E0B-70A2-8F67-48A7-BFD6E7ACEB1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1895" b="29673"/>
          <a:stretch>
            <a:fillRect/>
          </a:stretch>
        </p:blipFill>
        <p:spPr>
          <a:xfrm>
            <a:off x="4312641" y="1678641"/>
            <a:ext cx="3117006" cy="1197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600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We’re Building This? (Motivation)		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6" name="Google Shape;116;p1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people deserve transparency about what they consume and apply.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of us have sensitive skin or food allergies.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We’ve all used something that caused irritation, acne or discomfort- without knowing why.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There’s a gap between awareness and understanding.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WelAware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empowers people to make informed, healthier choices.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F0E00-5AEB-5E1C-C95F-D9A620750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315046"/>
            <a:ext cx="8520600" cy="6078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Competitors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57FD47A-94D7-5CE5-C7D8-0436A815CA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5140465"/>
              </p:ext>
            </p:extLst>
          </p:nvPr>
        </p:nvGraphicFramePr>
        <p:xfrm>
          <a:off x="446170" y="821734"/>
          <a:ext cx="7588448" cy="3500031"/>
        </p:xfrm>
        <a:graphic>
          <a:graphicData uri="http://schemas.openxmlformats.org/drawingml/2006/table">
            <a:tbl>
              <a:tblPr/>
              <a:tblGrid>
                <a:gridCol w="1648585">
                  <a:extLst>
                    <a:ext uri="{9D8B030D-6E8A-4147-A177-3AD203B41FA5}">
                      <a16:colId xmlns:a16="http://schemas.microsoft.com/office/drawing/2014/main" val="3027917206"/>
                    </a:ext>
                  </a:extLst>
                </a:gridCol>
                <a:gridCol w="3410381">
                  <a:extLst>
                    <a:ext uri="{9D8B030D-6E8A-4147-A177-3AD203B41FA5}">
                      <a16:colId xmlns:a16="http://schemas.microsoft.com/office/drawing/2014/main" val="1946950835"/>
                    </a:ext>
                  </a:extLst>
                </a:gridCol>
                <a:gridCol w="2529482">
                  <a:extLst>
                    <a:ext uri="{9D8B030D-6E8A-4147-A177-3AD203B41FA5}">
                      <a16:colId xmlns:a16="http://schemas.microsoft.com/office/drawing/2014/main" val="1575742943"/>
                    </a:ext>
                  </a:extLst>
                </a:gridCol>
              </a:tblGrid>
              <a:tr h="2169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i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 Area</a:t>
                      </a:r>
                      <a:endParaRPr lang="en-IN" sz="1200" i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585" marR="56585" marT="28292" marB="28292" anchor="ctr">
                    <a:lnL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i="0" dirty="0" err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WelAware</a:t>
                      </a:r>
                      <a:r>
                        <a:rPr lang="en-IN" sz="1200" b="1" i="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Advantage</a:t>
                      </a:r>
                      <a:endParaRPr lang="en-IN" sz="1200" i="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585" marR="56585" marT="28292" marB="28292" anchor="ctr">
                    <a:lnL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i="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Other Apps</a:t>
                      </a:r>
                      <a:endParaRPr lang="en-IN" sz="1200" i="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585" marR="56585" marT="28292" marB="28292" anchor="ctr">
                    <a:lnL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7161757"/>
                  </a:ext>
                </a:extLst>
              </a:tr>
              <a:tr h="3231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i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Coverage</a:t>
                      </a:r>
                      <a:endParaRPr lang="en-IN" sz="1200" i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585" marR="56585" marT="28292" marB="28292" anchor="ctr">
                    <a:lnL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i="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Combines both food + skincare in one app</a:t>
                      </a:r>
                    </a:p>
                  </a:txBody>
                  <a:tcPr marL="56585" marR="56585" marT="28292" marB="28292" anchor="ctr">
                    <a:lnL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i="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 only on food or cosmetics</a:t>
                      </a:r>
                    </a:p>
                  </a:txBody>
                  <a:tcPr marL="56585" marR="56585" marT="28292" marB="28292" anchor="ctr">
                    <a:lnL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977512"/>
                  </a:ext>
                </a:extLst>
              </a:tr>
              <a:tr h="3231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i="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Allergy Customization</a:t>
                      </a:r>
                      <a:endParaRPr lang="en-IN" sz="1200" i="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585" marR="56585" marT="28292" marB="28292" anchor="ctr">
                    <a:lnL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i="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Users can define any personal allergen or sensitivity</a:t>
                      </a:r>
                    </a:p>
                  </a:txBody>
                  <a:tcPr marL="56585" marR="56585" marT="28292" marB="28292" anchor="ctr">
                    <a:lnL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i="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to common allergens</a:t>
                      </a:r>
                    </a:p>
                  </a:txBody>
                  <a:tcPr marL="56585" marR="56585" marT="28292" marB="28292" anchor="ctr">
                    <a:lnL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936784"/>
                  </a:ext>
                </a:extLst>
              </a:tr>
              <a:tr h="4420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i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Ingredient Clarity</a:t>
                      </a:r>
                      <a:endParaRPr lang="en-IN" sz="1200" i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585" marR="56585" marT="28292" marB="28292" anchor="ctr">
                    <a:lnL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i="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Gives clear, human-friendly explanations with scientific sources</a:t>
                      </a:r>
                    </a:p>
                  </a:txBody>
                  <a:tcPr marL="56585" marR="56585" marT="28292" marB="28292" anchor="ctr">
                    <a:lnL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i="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 warning icons or technical data</a:t>
                      </a:r>
                    </a:p>
                  </a:txBody>
                  <a:tcPr marL="56585" marR="56585" marT="28292" marB="28292" anchor="ctr">
                    <a:lnL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2464746"/>
                  </a:ext>
                </a:extLst>
              </a:tr>
              <a:tr h="4571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i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Regional Safety Awareness</a:t>
                      </a:r>
                      <a:endParaRPr lang="en-IN" sz="1200" i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585" marR="56585" marT="28292" marB="28292" anchor="ctr">
                    <a:lnL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i="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Adapts to region-specific regulations (e.g., EU, US, India bans)</a:t>
                      </a:r>
                    </a:p>
                  </a:txBody>
                  <a:tcPr marL="56585" marR="56585" marT="28292" marB="28292" anchor="ctr">
                    <a:lnL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i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Same info globally</a:t>
                      </a:r>
                    </a:p>
                  </a:txBody>
                  <a:tcPr marL="56585" marR="56585" marT="28292" marB="28292" anchor="ctr">
                    <a:lnL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322304"/>
                  </a:ext>
                </a:extLst>
              </a:tr>
              <a:tr h="3231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i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Scanning</a:t>
                      </a:r>
                      <a:endParaRPr lang="en-IN" sz="1200" i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585" marR="56585" marT="28292" marB="28292" anchor="ctr">
                    <a:lnL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i="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OCR photo scan + manual input + barcode</a:t>
                      </a:r>
                    </a:p>
                  </a:txBody>
                  <a:tcPr marL="56585" marR="56585" marT="28292" marB="28292" anchor="ctr">
                    <a:lnL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i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Barcode only</a:t>
                      </a:r>
                    </a:p>
                  </a:txBody>
                  <a:tcPr marL="56585" marR="56585" marT="28292" marB="28292" anchor="ctr">
                    <a:lnL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1936693"/>
                  </a:ext>
                </a:extLst>
              </a:tr>
              <a:tr h="3231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i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Analysis</a:t>
                      </a:r>
                      <a:endParaRPr lang="en-IN" sz="1200" i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585" marR="56585" marT="28292" marB="28292" anchor="ctr">
                    <a:lnL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i="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Planned AI model for unknown or rare ingredients</a:t>
                      </a:r>
                    </a:p>
                  </a:txBody>
                  <a:tcPr marL="56585" marR="56585" marT="28292" marB="28292" anchor="ctr">
                    <a:lnL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i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available</a:t>
                      </a:r>
                    </a:p>
                  </a:txBody>
                  <a:tcPr marL="56585" marR="56585" marT="28292" marB="28292" anchor="ctr">
                    <a:lnL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4219205"/>
                  </a:ext>
                </a:extLst>
              </a:tr>
              <a:tr h="3231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i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History</a:t>
                      </a:r>
                      <a:endParaRPr lang="en-IN" sz="1200" i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585" marR="56585" marT="28292" marB="28292" anchor="ctr">
                    <a:lnL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i="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Saves safe product lists &amp; user health profiles</a:t>
                      </a:r>
                    </a:p>
                  </a:txBody>
                  <a:tcPr marL="56585" marR="56585" marT="28292" marB="28292" anchor="ctr">
                    <a:lnL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i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Few track usage</a:t>
                      </a:r>
                    </a:p>
                  </a:txBody>
                  <a:tcPr marL="56585" marR="56585" marT="28292" marB="28292" anchor="ctr">
                    <a:lnL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7572002"/>
                  </a:ext>
                </a:extLst>
              </a:tr>
              <a:tr h="377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i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Transparency + Privacy</a:t>
                      </a:r>
                      <a:endParaRPr lang="en-IN" sz="1200" i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585" marR="56585" marT="28292" marB="28292" anchor="ctr">
                    <a:lnL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i="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Privacy-first: local or secure cloud storage</a:t>
                      </a:r>
                    </a:p>
                  </a:txBody>
                  <a:tcPr marL="56585" marR="56585" marT="28292" marB="28292" anchor="ctr">
                    <a:lnL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i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Often unclear data handling</a:t>
                      </a:r>
                    </a:p>
                  </a:txBody>
                  <a:tcPr marL="56585" marR="56585" marT="28292" marB="28292" anchor="ctr">
                    <a:lnL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7374634"/>
                  </a:ext>
                </a:extLst>
              </a:tr>
              <a:tr h="3231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i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Accessibility</a:t>
                      </a:r>
                      <a:endParaRPr lang="en-IN" sz="1200" i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585" marR="56585" marT="28292" marB="28292" anchor="ctr">
                    <a:lnL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i="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Free web + mobile app, built for all users</a:t>
                      </a:r>
                    </a:p>
                  </a:txBody>
                  <a:tcPr marL="56585" marR="56585" marT="28292" marB="28292" anchor="ctr">
                    <a:lnL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i="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Mobile-only or paid</a:t>
                      </a:r>
                    </a:p>
                  </a:txBody>
                  <a:tcPr marL="56585" marR="56585" marT="28292" marB="28292" anchor="ctr">
                    <a:lnL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33840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2647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06E45-8ADD-55D6-C0FC-302BE1957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850" y="1651637"/>
            <a:ext cx="8832300" cy="1840226"/>
          </a:xfrm>
        </p:spPr>
        <p:txBody>
          <a:bodyPr>
            <a:normAutofit/>
          </a:bodyPr>
          <a:lstStyle/>
          <a:p>
            <a:pPr algn="ctr"/>
            <a:r>
              <a:rPr lang="en-US" sz="8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80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3896160"/>
      </p:ext>
    </p:extLst>
  </p:cSld>
  <p:clrMapOvr>
    <a:masterClrMapping/>
  </p:clrMapOvr>
</p:sld>
</file>

<file path=ppt/theme/theme1.xml><?xml version="1.0" encoding="utf-8"?>
<a:theme xmlns:a="http://schemas.openxmlformats.org/drawingml/2006/main" name="Geometric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221</TotalTime>
  <Words>488</Words>
  <Application>Microsoft Office PowerPoint</Application>
  <PresentationFormat>On-screen Show (16:9)</PresentationFormat>
  <Paragraphs>75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Roboto</vt:lpstr>
      <vt:lpstr>Times New Roman</vt:lpstr>
      <vt:lpstr>Geometric</vt:lpstr>
      <vt:lpstr>WelAware</vt:lpstr>
      <vt:lpstr>The Problem (Why it Matters?)</vt:lpstr>
      <vt:lpstr>What is WelAware?  (What it does)</vt:lpstr>
      <vt:lpstr>How it works? (The solution)</vt:lpstr>
      <vt:lpstr>Revenue </vt:lpstr>
      <vt:lpstr>Resources</vt:lpstr>
      <vt:lpstr>Why We’re Building This? (Motivation)  </vt:lpstr>
      <vt:lpstr>Competitors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Nalin Singh</dc:creator>
  <cp:lastModifiedBy>Nalin Singh</cp:lastModifiedBy>
  <cp:revision>6</cp:revision>
  <dcterms:modified xsi:type="dcterms:W3CDTF">2025-11-19T15:05:51Z</dcterms:modified>
</cp:coreProperties>
</file>